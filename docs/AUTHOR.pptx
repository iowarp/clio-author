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FFFFFF"/>
                </a:solidFill>
              </a:rPr>
              <a:t>AUTHOR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947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</a:rPr>
              <a:t>Agentic Understanding for Thesis, Hypothesis, and Objective Research</a:t>
            </a:r>
          </a:p>
          <a:p>
            <a:pPr algn="ctr"/>
            <a:r>
              <a:rPr sz="1500" b="0">
                <a:solidFill>
                  <a:srgbClr val="444444"/>
                </a:solidFill>
              </a:rPr>
              <a:t>One host-invocable package across the whole scientific-paper lifecycle:</a:t>
            </a:r>
          </a:p>
          <a:p>
            <a:pPr algn="ctr"/>
            <a:r>
              <a:rPr sz="1500" b="0">
                <a:solidFill>
                  <a:srgbClr val="444444"/>
                </a:solidFill>
              </a:rPr>
              <a:t>read -&gt; understand -&gt; verify citations -&gt; review -&gt; plan -&gt; write -&gt; illustrate -&gt;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2E7D32"/>
                </a:solidFill>
              </a:rPr>
              <a:t>Invoked by the CLIO agent as a subagent   .   25 actions   .   grounded, not hallucinated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1 . What this is (and the paper)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AUTHOR:</a:t>
            </a:r>
            <a:r>
              <a:rPr sz="1600">
                <a:solidFill>
                  <a:srgbClr val="444444"/>
                </a:solidFill>
              </a:rPr>
              <a:t> one Python package that turns a paper (arXiv link / PDF / title) into clean Markdown + memory blocks, then runs specialized expert agents to answer, verify, review, plan, write, illustrate, and export - behind one interface a host agent can call.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Paper title:</a:t>
            </a:r>
            <a:r>
              <a:rPr sz="1600">
                <a:solidFill>
                  <a:srgbClr val="444444"/>
                </a:solidFill>
              </a:rPr>
              <a:t> AUTHOR - Agentic Understanding for Thesis, Hypothesis, and Objective Research.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Core claim:</a:t>
            </a:r>
            <a:r>
              <a:rPr sz="1600">
                <a:solidFill>
                  <a:srgbClr val="444444"/>
                </a:solidFill>
              </a:rPr>
              <a:t> the contribution is unifying the lifecycle in one grounded, composable package - not any single capability in isolation.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Status:</a:t>
            </a:r>
            <a:r>
              <a:rPr sz="1600">
                <a:solidFill>
                  <a:srgbClr val="444444"/>
                </a:solidFill>
              </a:rPr>
              <a:t> built end-to-end - 25 actions, ~556 hermetic tests, CI green; validated live (Claude / Codex / Ollama / Gemini vision / live citation backends).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2 . Motivation - why this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Scientific output is exploding while the tools to process it stay siloed - reading, checking, and writing papers is still mostly manual or glued together by hand.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Fragmentation tax:</a:t>
            </a:r>
            <a:r>
              <a:rPr sz="1600">
                <a:solidFill>
                  <a:srgbClr val="444444"/>
                </a:solidFill>
              </a:rPr>
              <a:t> a researcher stitches together a PDF parser, a literature-QA tool, a citation auditor, a writing agent, a figure agent, and a LaTeX exporter - none sharing a data model, each re-parsing the same paper.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Hallucination is the central failure mode:</a:t>
            </a:r>
            <a:r>
              <a:rPr sz="1600">
                <a:solidFill>
                  <a:srgbClr val="444444"/>
                </a:solidFill>
              </a:rPr>
              <a:t> LLM writing fabricates citations at high rates (78-90% reported for GPT-4o); survey generators are uniformly weak on reference quality. Adoption demands grounding, not free-form generation.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Closed pipelines don't compose:</a:t>
            </a:r>
            <a:r>
              <a:rPr sz="1600">
                <a:solidFill>
                  <a:srgbClr val="444444"/>
                </a:solidFill>
              </a:rPr>
              <a:t> end-to-end 'AI scientist' systems emit one artifact and stop - a host agent can't reach in and invoke just the review step, or just ingestion.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Hosts need an on-demand capability:</a:t>
            </a:r>
            <a:r>
              <a:rPr sz="1600">
                <a:solidFill>
                  <a:srgbClr val="444444"/>
                </a:solidFill>
              </a:rPr>
              <a:t> a larger agent (CLIO) should load paper processing/writing, use it, and drop it - like calling a library, not running a monolith.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One substrate, reused:</a:t>
            </a:r>
            <a:r>
              <a:rPr sz="1600">
                <a:solidFill>
                  <a:srgbClr val="444444"/>
                </a:solidFill>
              </a:rPr>
              <a:t> ingest once -&gt; the same memory blocks feed Q&amp;A, review, planning, and writing - no lossy re-parsing between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2b . The cost today (concretely)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A typical 'process + review + write related work' task today touches 4-6 disjoint tools: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PDF -&gt; Markdown: Docling / MinerU (no writing, no citation check)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Ask questions about it: PaperQA2 / OpenScholar (separate index, separate API)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Check the references: a citation auditor (CiteCheck) - yet another tool, another format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Draft text: a survey/writing agent (AutoSurvey / PaperOrchestra) - starts over, re-ingests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Make a figure: PaperBanana; export LaTeX: a sixth step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Each boundary loses structure, repeats work, and adds a place for hallucinated or unverifiable output to slip in. Nothing carries the paper's grounded representation across all stages.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AUTHOR replaces that chain with one grounded substrate and one interface - the integration is the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3 . The gap - nobody unifies 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Camp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Does well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Omits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Ingest-only parsers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Docling, MinerU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PDF-&gt;MD +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write / review / verify / host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End-to-end generators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AI Scientist, Agent Lab, CycleResearcher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ideate-&gt;experiment-&gt;write (closed)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external ingest, cite-verify, host API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Single-slice specialists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AutoSurvey, PaperBanana, CiteCheck, PaperQA2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one capability, very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every other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816352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7D32"/>
                </a:solidFill>
              </a:rPr>
              <a:t>The quadrant {vision ingest + grounded QA + cite-verify + review + write + figures + export} as ONE host-invocable package is held by no one. That is AUTHOR's 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3b . Gap - even the closest systems miss most of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AI Scientist v2 - generates NEW research end-to-end and reviews its own output, but does not ingest external PDFs, does no grounded Q&amp;A, does not verify citations against scholarly DBs, and is a closed CLI with no host tool-surface.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PaperOrchestra - strongest writing system (write + figures + export), but: no ingest, only partial QA, only partial citation-verify, no review, no host API.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AutoSurvey / SurveyForge - write cited surveys from a curated abstract DB; cannot ingest arbitrary PDFs with vision, do not verify against external DBs, no review/figures/export.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PaperQA2 / OpenScholar - excellent grounded literature-QA and host-invocable, but verify their OWN answers against a corpus, not a manuscript's bibliography; no ingest-with-vision, review, writing, figures, or export.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Docling / MinerU - best-in-class ingest, then stop:</a:t>
            </a:r>
            <a:r>
              <a:rPr sz="1600">
                <a:solidFill>
                  <a:srgbClr val="444444"/>
                </a:solidFill>
              </a:rPr>
              <a:t> nothing downstream.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Takeaway:</a:t>
            </a:r>
            <a:r>
              <a:rPr sz="1600">
                <a:solidFill>
                  <a:srgbClr val="444444"/>
                </a:solidFill>
              </a:rPr>
              <a:t> the capabilities exist but are disjoint across systems and don't interoperate - exactly the integration gap AUTHOR closes.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4 . Capability coverage (AUTHOR vs the field)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7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Rv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1pkg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AI Scientist v2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PaperOrchestra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AutoSurvey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PaperBanana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Docling / MinerU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PaperQA2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52544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7D32"/>
                </a:solidFill>
              </a:rPr>
              <a:t>No row but AUTHOR is all-Y.  In=ingest QA=grounded-QA CV=cite-verify Rv=review Wr=write Fg=figures Ex=export.  Full matrix + a source per cell: docs/MOTIVATION.md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5 . What we built - the 25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Read / understand:</a:t>
            </a:r>
            <a:r>
              <a:rPr sz="1600">
                <a:solidFill>
                  <a:srgbClr val="444444"/>
                </a:solidFill>
              </a:rPr>
              <a:t> ingest (PDF-&gt;MD + blocks + figures), ask (grounded Q&amp;A), kg (content knowledge graph)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Discover/verify:</a:t>
            </a:r>
            <a:r>
              <a:rPr sz="1600">
                <a:solidFill>
                  <a:srgbClr val="444444"/>
                </a:solidFill>
              </a:rPr>
              <a:t> discover (find real papers via scholarly search), cite (verify; 4-source cascade), check_refs (BibTeX audit)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Review:</a:t>
            </a:r>
            <a:r>
              <a:rPr sz="1600">
                <a:solidFill>
                  <a:srgbClr val="444444"/>
                </a:solidFill>
              </a:rPr>
              <a:t> review (decision + scores + --ground; multimodal - sees figures via vision), meta_review (panel), rebuttal (point-by-point), write_review (loop)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Write:</a:t>
            </a:r>
            <a:r>
              <a:rPr sz="1600">
                <a:solidFill>
                  <a:srgbClr val="444444"/>
                </a:solidFill>
              </a:rPr>
              <a:t> plan, write, edit, polish, coherence, compose (whole paper), export (-&gt; LaTeX + PDF via --pdf)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Illustrate:</a:t>
            </a:r>
            <a:r>
              <a:rPr sz="1600">
                <a:solidFill>
                  <a:srgbClr val="444444"/>
                </a:solidFill>
              </a:rPr>
              <a:t> plot, describe_figures (Gemini vision), figure_refine (loop)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Research/verify:</a:t>
            </a:r>
            <a:r>
              <a:rPr sz="1600">
                <a:solidFill>
                  <a:srgbClr val="444444"/>
                </a:solidFill>
              </a:rPr>
              <a:t> research (grounded lit brief), verify_work (claim coverage), check_refs (BibTeX audit), section_review (3-layer), audit (pre-submission)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Knowledge graph:</a:t>
            </a:r>
            <a:r>
              <a:rPr sz="1600">
                <a:solidFill>
                  <a:srgbClr val="444444"/>
                </a:solidFill>
              </a:rPr>
              <a:t> kg (single-shot) and kg --full (6-stage pipeline: ontology-&gt;extraction-&gt;coref-&gt;verification, clean-room protoneo)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Drive:</a:t>
            </a:r>
            <a:r>
              <a:rPr sz="1600">
                <a:solidFill>
                  <a:srgbClr val="444444"/>
                </a:solidFill>
              </a:rPr>
              <a:t> orchestrate (goal -&gt; plan a sequence of the above -&gt; execute)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One adapter (capabilities() + run(action, payload)) + a CLI - stateless, JSON in/out, never raises.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6 . References &amp; artifacts we built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Combined (the mandate):</a:t>
            </a:r>
            <a:r>
              <a:rPr sz="1600">
                <a:solidFill>
                  <a:srgbClr val="444444"/>
                </a:solidFill>
              </a:rPr>
              <a:t/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Processing - paper-to-md (+ phagocyte) and PaperBanana (arXiv 2601.23265)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Writing / editing - wtf-p and PaperOrchestra (arXiv 2604.05018)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Harness references (concepts re-implemented, not copied):</a:t>
            </a:r>
            <a:r>
              <a:rPr sz="1600">
                <a:solidFill>
                  <a:srgbClr val="444444"/>
                </a:solidFill>
              </a:rPr>
              <a:t/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papervizagent - orchestrator + expert agents + critic loop -&gt; CriticRefine + figure_agent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protoneo/knowledge (AGPL) - BaseAgent / deliberation patterns / KG -&gt; harness/ + kg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All cloned in artifact/repos/; both papers in artifact/papers/; deep-study notes in artifact/notes/.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-  License-clean (BSD-3-Clause; no AGPL code copied - protoneo concepts re-implemented from scratch).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7 . Design - how it's put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A5F"/>
                </a:solidFill>
                <a:latin typeface="Courier New"/>
              </a:rPr>
              <a:t>host (CLIO)  ---&gt;  ClioAuthorSubagent   (capabilities + run; JSON; never-raises)
                        |
                   Main agent (router)  +  orchestrate (goal -&gt; plan -&gt; execute)
                        |
    expert agents:  ingestor . paper_qa . citation . reviewer/meta .
    planner . writer/editor . polish . coherence . figure_agent . kg .
    compose . export
                        |
    backends:  retrieval (RAG + scholarly cascade) . vision (Gemini) .
    SafeFiles (read/write/edit, sandboxed) . LLM (claude/codex/ollama/echo)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Principles: expert agents + retrieval + read/write/edit tools  .  grounded (verify, source-bound)  .  standalone harness, thin host bridge  .  hermetic-first (offline echo model; heavy paths gated).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8 . How we'll prove it -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we need 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Baselines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PDF-&gt;MD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ingest errors propagate to every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paper-to-md, Docling, MinerU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Figures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high-bar, easily-judged; backs 'writes a paper'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PaperBanana, DeTikZify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Citation verify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the grounding claim; hallucination is the top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CiteCheck, PaperOrchestra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Review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must track ground-truth decisions; does --ground help?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AgentReview, DeepReview (data: ASAP-Review, PeerRead, ORB, MMReview)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most visible output; parity = credible, not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PaperOrchestra, AutoSurvey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</a:rPr>
                        <a:t>Orchestration + cost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composability is part of the novelty; budgets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68496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7D32"/>
                </a:solidFill>
              </a:rPr>
              <a:t>Review datasets secured: PeerRead, ASAP-Review, NLPeer, MOPRD, ORB, MMReview (cross-domain + multimodal).  Phasing: Phase 0 automated metrics (now) -&gt; Phase 1 LLM/VLM-as-Judge -&gt; Phase 2 human win-rates.  Full plan: docs/BENCHMARK-PLAN.md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9 . Justification - why this is worth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A real, unoccupied gap:</a:t>
            </a:r>
            <a:r>
              <a:rPr sz="1600">
                <a:solidFill>
                  <a:srgbClr val="444444"/>
                </a:solidFill>
              </a:rPr>
              <a:t> surveyed 20+ systems; none unify the lifecycle as one grounded, host-invocable package (slides 3-4).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Fixes the trust problem:</a:t>
            </a:r>
            <a:r>
              <a:rPr sz="1600">
                <a:solidFill>
                  <a:srgbClr val="444444"/>
                </a:solidFill>
              </a:rPr>
              <a:t> verification + source-grounded writing vs hallucination-prone generators.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A reusable substrate, not a one-off:</a:t>
            </a:r>
            <a:r>
              <a:rPr sz="1600">
                <a:solidFill>
                  <a:srgbClr val="444444"/>
                </a:solidFill>
              </a:rPr>
              <a:t> a host (CLIO) gains paper read/review/write as composable, on-demand capabilities; experts compose in any order.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Already real:</a:t>
            </a:r>
            <a:r>
              <a:rPr sz="1600">
                <a:solidFill>
                  <a:srgbClr val="444444"/>
                </a:solidFill>
              </a:rPr>
              <a:t> built, tested, demonstrable today; the benchmark plan turns the claim into numbers a reviewer will accept.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External validation:</a:t>
            </a:r>
            <a:r>
              <a:rPr sz="1600">
                <a:solidFill>
                  <a:srgbClr val="444444"/>
                </a:solidFill>
              </a:rPr>
              <a:t> the newest cross-domain + multimodal review benchmark (MMReview) tests exactly our edge - vision-grounded review across 17 domains, which text-only reviewers structurally can't do.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Objection - 'isn't this just tool orchestration?':</a:t>
            </a:r>
            <a:r>
              <a:rPr sz="1600">
                <a:solidFill>
                  <a:srgbClr val="444444"/>
                </a:solidFill>
              </a:rPr>
              <a:t> frameworks (MCP, LangGraph) are domain-agnostic plumbing that ship zero paper-lifecycle capability. AUTHOR is the missing domain package; MCP is just how a host reaches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500" b="1">
                <a:solidFill>
                  <a:srgbClr val="FFFFFF"/>
                </a:solidFill>
              </a:rPr>
              <a:t>10 . 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44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Done:</a:t>
            </a:r>
            <a:r>
              <a:rPr sz="1600">
                <a:solidFill>
                  <a:srgbClr val="444444"/>
                </a:solidFill>
              </a:rPr>
              <a:t> 25 actions . ~470 hermetic tests + CI . live-validated (Claude/Codex/Ollama/Gemini, real citation backends) . motivation + benchmark plan . dynamic orchestrate.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Next:</a:t>
            </a:r>
            <a:r>
              <a:rPr sz="1600">
                <a:solidFill>
                  <a:srgbClr val="444444"/>
                </a:solidFill>
              </a:rPr>
              <a:t/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Demo - prove a host agent (Claude/Codex) invokes AUTHOR as a subagent end-to-end.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CLIO integration - thin MCP bridge (CLIO invokes external capability via MCP); file a CLIO feature request for an in-process subagent hook.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   .  Benchmarks - run Phase 0 metrics; scope datasets / judge models / human eval.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Open decisions:</a:t>
            </a:r>
            <a:r>
              <a:rPr sz="1600">
                <a:solidFill>
                  <a:srgbClr val="444444"/>
                </a:solidFill>
              </a:rPr>
              <a:t> the bar (beat specialists vs parity + unification) . dataset access (PaperBananaBench / PaperWritingBench) . human-eval resourcing.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1F3A5F"/>
                </a:solidFill>
              </a:rPr>
              <a:t>-  Repo:</a:t>
            </a:r>
            <a:r>
              <a:rPr sz="1600">
                <a:solidFill>
                  <a:srgbClr val="444444"/>
                </a:solidFill>
              </a:rPr>
              <a:t> github.com/SIslamMun/clio-author  .  docs/MOTIVATION.md, BENCHMARK-PLAN.md, 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