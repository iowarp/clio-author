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13716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600" b="1">
                <a:solidFill>
                  <a:srgbClr val="FFFFFF"/>
                </a:solidFill>
              </a:rPr>
              <a:t>AUTHOR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444444"/>
                </a:solidFill>
              </a:rPr>
              <a:t>Agentic Understanding for Thesis, Hypothesis, and Objective Research
One host-invocable package across the whole scientific-paper lifecycle:
read → understand → verify citations → review → plan → write → illustrate → export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85216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2E7D32"/>
                </a:solidFill>
              </a:rPr>
              <a:t>Invoked by the CLIO agent as a subagent  ·  18 actions  ·  grounded, not hallucinated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 · What this is (and the paper)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AUTHOR:</a:t>
            </a:r>
            <a:r>
              <a:rPr sz="1700">
                <a:solidFill>
                  <a:srgbClr val="444444"/>
                </a:solidFill>
              </a:rPr>
              <a:t> one Python package that turns a paper (arXiv link / PDF / title) into clean Markdown + memory blocks, then runs specialized expert agents to answer, verify, review, plan, write, illustrate, and export — behind one interface a host agent can call.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Paper title:</a:t>
            </a:r>
            <a:r>
              <a:rPr sz="1700">
                <a:solidFill>
                  <a:srgbClr val="444444"/>
                </a:solidFill>
              </a:rPr>
              <a:t> AUTHOR — Agentic Understanding for Thesis, Hypothesis, and Objective Research.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Core claim:</a:t>
            </a:r>
            <a:r>
              <a:rPr sz="1700">
                <a:solidFill>
                  <a:srgbClr val="444444"/>
                </a:solidFill>
              </a:rPr>
              <a:t> the contribution is unifying the lifecycle in one grounded, composable package — not any single capability in isolation.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Status:</a:t>
            </a:r>
            <a:r>
              <a:rPr sz="1700">
                <a:solidFill>
                  <a:srgbClr val="444444"/>
                </a:solidFill>
              </a:rPr>
              <a:t> built end-to-end — 18 actions, ~460 hermetic tests, CI green; validated live (Claude / Codex / Ollama / Gemini vision / live citation backends).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 · Motivation — why this is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Fragmentation tax:</a:t>
            </a:r>
            <a:r>
              <a:rPr sz="1700">
                <a:solidFill>
                  <a:srgbClr val="444444"/>
                </a:solidFill>
              </a:rPr>
              <a:t> researchers stitch together separate, non-interoperating tools — a parser, a literature-QA tool, a citation auditor, a writing agent, a figure agent, a LaTeX exporter — none sharing a data model.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Hallucination is the central failure:</a:t>
            </a:r>
            <a:r>
              <a:rPr sz="1700">
                <a:solidFill>
                  <a:srgbClr val="444444"/>
                </a:solidFill>
              </a:rPr>
              <a:t> LLM writing fabricates citations at high rates (78–90% reported for GPT-4o); survey generators are uniformly weak on reference quality. Trust requires grounding, not generation.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Hosts need a composable capability, not a closed pipeline:</a:t>
            </a:r>
            <a:r>
              <a:rPr sz="1700">
                <a:solidFill>
                  <a:srgbClr val="444444"/>
                </a:solidFill>
              </a:rPr>
              <a:t> a larger agent (CLIO) should invoke paper processing/writing on demand — load, use, drop.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One substrate, reused:</a:t>
            </a:r>
            <a:r>
              <a:rPr sz="1700">
                <a:solidFill>
                  <a:srgbClr val="444444"/>
                </a:solidFill>
              </a:rPr>
              <a:t> ingest once → the same memory blocks feed Q&amp;A, review, and writing.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3 · The gap — nobody unifies the lifecycle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43000"/>
          <a:ext cx="1127455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660904"/>
                <a:gridCol w="2660904"/>
                <a:gridCol w="2660904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Camp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Does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Omits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5F"/>
                          </a:solidFill>
                        </a:rPr>
                        <a:t>Ingest-only parsers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Docling, MinerU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PDF→MD + 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write / review / verify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5F"/>
                          </a:solidFill>
                        </a:rPr>
                        <a:t>End-to-end generators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AI Scientist, Agent Lab, CycleResearcher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ideate→experiment→write (closed)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external ingest, cite-verify, host API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3A5F"/>
                          </a:solidFill>
                        </a:rPr>
                        <a:t>Single-slice specialists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AutoSurvey, PaperBanana, CiteCheck, PaperQA2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one capability 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444444"/>
                          </a:solidFill>
                        </a:rPr>
                        <a:t>everything else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8803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The quadrant {vision ingest + grounded QA + cite-verify + review + write + figures + export} as ONE host-invocable package is held by no one. That is AUTHOR's position.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4 · Capability coverage (AUTHOR vs the field)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4300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886968"/>
                <a:gridCol w="886968"/>
                <a:gridCol w="886968"/>
                <a:gridCol w="886968"/>
                <a:gridCol w="886968"/>
                <a:gridCol w="886968"/>
                <a:gridCol w="886968"/>
                <a:gridCol w="886968"/>
                <a:gridCol w="886968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System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QA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1pkg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Host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AI Scientist 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PaperOrchestra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AutoSurvey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PaperBanana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Docling / MinerU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PaperQA2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2628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No row but AUTHOR is all-Y. In=ingest QA=grounded-QA CV=cite-verify Rv=review Wr=write Fg=figures Ex=export. Full matrix + a source per cell: docs/MOTIVATION.md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 · What we built — the 18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Read / understand:</a:t>
            </a:r>
            <a:r>
              <a:rPr sz="1700">
                <a:solidFill>
                  <a:srgbClr val="444444"/>
                </a:solidFill>
              </a:rPr>
              <a:t> ingest (PDF→MD + blocks + figures), ask (grounded Q&amp;A), kg (content knowledge graph)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Verify:</a:t>
            </a:r>
            <a:r>
              <a:rPr sz="1700">
                <a:solidFill>
                  <a:srgbClr val="444444"/>
                </a:solidFill>
              </a:rPr>
              <a:t> cite (Semantic Scholar → OpenAlex → Crossref → arXiv cascade; suggestions only, never edits)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Review:</a:t>
            </a:r>
            <a:r>
              <a:rPr sz="1700">
                <a:solidFill>
                  <a:srgbClr val="444444"/>
                </a:solidFill>
              </a:rPr>
              <a:t> review (decision + scores + --ground), meta_review (panel), write_review (loop)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Write:</a:t>
            </a:r>
            <a:r>
              <a:rPr sz="1700">
                <a:solidFill>
                  <a:srgbClr val="444444"/>
                </a:solidFill>
              </a:rPr>
              <a:t> plan (tasks/claims/sources), write, edit, polish, coherence, compose (whole paper), export (→ LaTeX)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Illustrate:</a:t>
            </a:r>
            <a:r>
              <a:rPr sz="1700">
                <a:solidFill>
                  <a:srgbClr val="444444"/>
                </a:solidFill>
              </a:rPr>
              <a:t> plot, describe_figures (Gemini vision), figure_refine (loop)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Drive:</a:t>
            </a:r>
            <a:r>
              <a:rPr sz="1700">
                <a:solidFill>
                  <a:srgbClr val="444444"/>
                </a:solidFill>
              </a:rPr>
              <a:t> orchestrate (goal → plan a sequence of the above → execute)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444444"/>
                </a:solidFill>
              </a:rPr>
              <a:t>• One adapter (capabilities() + run(action, payload)) + a CLI — stateless, JSON in/out, never raises.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6 · References &amp; artifacts we built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Combined (the mandate):</a:t>
            </a:r>
            <a:r>
              <a:rPr sz="17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</a:rPr>
              <a:t>– Processing — paper-to-md (+ phagocyte) and PaperBanana (arXiv 2601.23265)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</a:rPr>
              <a:t>– Writing / editing — wtf-p and PaperOrchestra (arXiv 2604.05018)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Harness references (concepts re-implemented, not copied):</a:t>
            </a:r>
            <a:r>
              <a:rPr sz="17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</a:rPr>
              <a:t>– papervizagent — orchestrator + expert agents + critic loop → CriticRefine + figure_agent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</a:rPr>
              <a:t>– protoneo/knowledge (AGPL) — BaseAgent / deliberation patterns / KG → harness/ + kg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444444"/>
                </a:solidFill>
              </a:rPr>
              <a:t>• All cloned in artifact/repos/; both papers in artifact/papers/; deep-study notes in artifact/notes/. License-clean (BSD-3-Clause; no AGPL code copied).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7 · Design — how it's put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A5F"/>
                </a:solidFill>
                <a:latin typeface="Courier New"/>
              </a:rPr>
              <a:t>host (CLIO)  ──►  ClioAuthorSubagent   (capabilities + run; JSON; never-raises)
                        │
                   Main agent (router)  +  orchestrate (goal → plan → execute)
                        │
        expert agents:  ingestor · paper_qa · citation · reviewer/meta ·
        planner · writer/editor · polish · coherence · figure_agent · kg ·
        compose · export
                        │
        backends:  retrieval (RAG + scholarly cascade) · vision (Gemini) ·
        SafeFiles (read/write/edit, sandboxed) · LLM (claude/codex/ollama/echo)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444444"/>
                </a:solidFill>
              </a:rPr>
              <a:t>Principles:  expert agents + retrieval + read/write/edit tools  ·  grounded (verify, source-bound)  ·  standalone harness, thin host bridge  ·  hermetic-first (offline echo model; heavy paths gated).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8 · How we'll prove it — evaluation plan (why each matters)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43000"/>
          <a:ext cx="11274552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991356"/>
                <a:gridCol w="3991356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Why we need it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Baselines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PDF→MD fidelity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ingest errors propagate to every 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paper-to-md, Docling, MinerU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Figures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high-bar, easily-judged; backs 'writes a paper'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PaperBanana, DeTikZify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Citation verify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the grounding claim; hallucination is the top failure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CiteCheck, PaperOrchestra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must track ground-truth decisions; does --ground help?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AgentReview, DeepReview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most visible output; parity = credible, not marketing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PaperOrchestra, AutoSurvey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Orchestration +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composability is part of the novelty; budgets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Phasing: Phase 0 automated metrics (now) → Phase 1 LLM/VLM-as-Judge → Phase 2 human win-rates. Full plan: docs/BENCHMARK-PLAN.md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9 · Justification — why this is worth doing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A real, unoccupied gap:</a:t>
            </a:r>
            <a:r>
              <a:rPr sz="1700">
                <a:solidFill>
                  <a:srgbClr val="444444"/>
                </a:solidFill>
              </a:rPr>
              <a:t> surveyed 20+ systems; none unify the lifecycle as one grounded, host-invocable package (slides 3–4).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Fixes the trust problem:</a:t>
            </a:r>
            <a:r>
              <a:rPr sz="1700">
                <a:solidFill>
                  <a:srgbClr val="444444"/>
                </a:solidFill>
              </a:rPr>
              <a:t> verification + source-grounded writing vs hallucination-prone generators.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A reusable substrate, not a one-off:</a:t>
            </a:r>
            <a:r>
              <a:rPr sz="1700">
                <a:solidFill>
                  <a:srgbClr val="444444"/>
                </a:solidFill>
              </a:rPr>
              <a:t> a host (CLIO) gains paper read/review/write as composable, on-demand capabilities; experts compose in any order.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Already real:</a:t>
            </a:r>
            <a:r>
              <a:rPr sz="1700">
                <a:solidFill>
                  <a:srgbClr val="444444"/>
                </a:solidFill>
              </a:rPr>
              <a:t> built, tested, demonstrable today; the benchmark plan turns the claim into numbers a reviewer will accept.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Objection — 'isn't this just tool orchestration?':</a:t>
            </a:r>
            <a:r>
              <a:rPr sz="1700">
                <a:solidFill>
                  <a:srgbClr val="444444"/>
                </a:solidFill>
              </a:rPr>
              <a:t> frameworks (MCP, LangGraph) are domain-agnostic plumbing that ship zero paper-lifecycle capability. AUTHOR is the missing domain package; MCP is just how a host reaches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10 · Status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Done:</a:t>
            </a:r>
            <a:r>
              <a:rPr sz="1700">
                <a:solidFill>
                  <a:srgbClr val="444444"/>
                </a:solidFill>
              </a:rPr>
              <a:t> 18 actions · ~460 hermetic tests + CI · live-validated (Claude/Codex/Ollama/Gemini, real citation backends) · motivation + benchmark plan · dynamic orchestrate.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Next:</a:t>
            </a:r>
            <a:r>
              <a:rPr sz="17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</a:rPr>
              <a:t>– Demo — prove a host agent (Claude/Codex) invokes AUTHOR as a subagent end-to-end.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</a:rPr>
              <a:t>– CLIO integration — thin MCP bridge (CLIO invokes external capability via MCP); file a CLIO feature request for an in-process subagent hook.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</a:rPr>
              <a:t>– Benchmarks — run Phase 0 metrics; scope datasets / judge models / human eval.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1F3A5F"/>
                </a:solidFill>
              </a:rPr>
              <a:t>• Open decisions:</a:t>
            </a:r>
            <a:r>
              <a:rPr sz="1700">
                <a:solidFill>
                  <a:srgbClr val="444444"/>
                </a:solidFill>
              </a:rPr>
              <a:t> the bar (beat specialists vs parity + unification) · dataset access (PaperBananaBench / PaperWritingBench) · human-eval resourcing.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444444"/>
                </a:solidFill>
              </a:rPr>
              <a:t>• Repo: github.com/SIslamMun/clio-author  ·  docs/MOTIVATION.md, BENCHMARK-PLAN.md, RUNBOOK.md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